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A06A-02F9-49CF-9E50-971FDE72DE98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3CB8-BC09-49DF-8E68-D9CEF3518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964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A06A-02F9-49CF-9E50-971FDE72DE98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3CB8-BC09-49DF-8E68-D9CEF3518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984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A06A-02F9-49CF-9E50-971FDE72DE98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3CB8-BC09-49DF-8E68-D9CEF3518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175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A06A-02F9-49CF-9E50-971FDE72DE98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3CB8-BC09-49DF-8E68-D9CEF3518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366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A06A-02F9-49CF-9E50-971FDE72DE98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3CB8-BC09-49DF-8E68-D9CEF3518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243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A06A-02F9-49CF-9E50-971FDE72DE98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3CB8-BC09-49DF-8E68-D9CEF3518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644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A06A-02F9-49CF-9E50-971FDE72DE98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3CB8-BC09-49DF-8E68-D9CEF3518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902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A06A-02F9-49CF-9E50-971FDE72DE98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3CB8-BC09-49DF-8E68-D9CEF3518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508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A06A-02F9-49CF-9E50-971FDE72DE98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3CB8-BC09-49DF-8E68-D9CEF3518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972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A06A-02F9-49CF-9E50-971FDE72DE98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3CB8-BC09-49DF-8E68-D9CEF3518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430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A06A-02F9-49CF-9E50-971FDE72DE98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3CB8-BC09-49DF-8E68-D9CEF3518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3894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FA06A-02F9-49CF-9E50-971FDE72DE98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3F3CB8-BC09-49DF-8E68-D9CEF35184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169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11" y="746024"/>
            <a:ext cx="10058400" cy="498926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30283" y="2784764"/>
            <a:ext cx="1978429" cy="22776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286298" y="2784765"/>
            <a:ext cx="3255818" cy="11970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677890" y="2842954"/>
            <a:ext cx="579121" cy="1438102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7271557" y="2842954"/>
            <a:ext cx="631767" cy="1438102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3582784" y="4334348"/>
            <a:ext cx="1388227" cy="49534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5058294" y="4466706"/>
            <a:ext cx="968433" cy="36298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6114010" y="4334348"/>
            <a:ext cx="1209503" cy="49534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8867601" y="4281057"/>
            <a:ext cx="1049483" cy="70658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1215737" y="2473622"/>
            <a:ext cx="120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CAN Bus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47159" y="2432214"/>
            <a:ext cx="1590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Valve Control</a:t>
            </a:r>
            <a:endParaRPr lang="en-GB" b="1" dirty="0">
              <a:solidFill>
                <a:schemeClr val="accent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5203" y="2473622"/>
            <a:ext cx="120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GPS Ant</a:t>
            </a:r>
            <a:endParaRPr lang="en-GB" b="1" dirty="0">
              <a:solidFill>
                <a:schemeClr val="accent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23513" y="2470671"/>
            <a:ext cx="120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4"/>
                </a:solidFill>
              </a:rPr>
              <a:t>RTK Ant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90708" y="4992457"/>
            <a:ext cx="156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12V Battery In</a:t>
            </a:r>
            <a:endParaRPr lang="en-GB" b="1" dirty="0">
              <a:solidFill>
                <a:srgbClr val="00B05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28804" y="4878202"/>
            <a:ext cx="2101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n w="3175">
                  <a:solidFill>
                    <a:srgbClr val="EFE5F7"/>
                  </a:solidFill>
                </a:ln>
                <a:solidFill>
                  <a:srgbClr val="7030A0"/>
                </a:solidFill>
              </a:rPr>
              <a:t>16V Tablet </a:t>
            </a:r>
            <a:r>
              <a:rPr lang="en-US" b="1" dirty="0" err="1" smtClean="0">
                <a:ln w="3175">
                  <a:solidFill>
                    <a:srgbClr val="EFE5F7"/>
                  </a:solidFill>
                </a:ln>
                <a:solidFill>
                  <a:srgbClr val="7030A0"/>
                </a:solidFill>
              </a:rPr>
              <a:t>Pwr</a:t>
            </a:r>
            <a:r>
              <a:rPr lang="en-US" b="1" dirty="0" smtClean="0">
                <a:ln w="3175">
                  <a:solidFill>
                    <a:srgbClr val="EFE5F7"/>
                  </a:solidFill>
                </a:ln>
                <a:solidFill>
                  <a:srgbClr val="7030A0"/>
                </a:solidFill>
              </a:rPr>
              <a:t> Out</a:t>
            </a:r>
            <a:endParaRPr lang="en-GB" b="1" dirty="0">
              <a:ln w="3175">
                <a:solidFill>
                  <a:srgbClr val="EFE5F7"/>
                </a:solidFill>
              </a:ln>
              <a:solidFill>
                <a:srgbClr val="7030A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29298" y="4872299"/>
            <a:ext cx="1203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92D050"/>
                </a:solidFill>
              </a:rPr>
              <a:t>Tablet USB</a:t>
            </a:r>
            <a:endParaRPr lang="en-GB" b="1" dirty="0">
              <a:solidFill>
                <a:srgbClr val="92D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14206" y="4829695"/>
            <a:ext cx="14568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Spare USB</a:t>
            </a:r>
          </a:p>
          <a:p>
            <a:r>
              <a:rPr lang="en-US" sz="1600" b="1" dirty="0" smtClean="0"/>
              <a:t>For Primary Tablet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214145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Andy Ayre</dc:creator>
  <cp:lastModifiedBy>Andy Ayre</cp:lastModifiedBy>
  <cp:revision>2</cp:revision>
  <dcterms:created xsi:type="dcterms:W3CDTF">2025-10-20T03:18:44Z</dcterms:created>
  <dcterms:modified xsi:type="dcterms:W3CDTF">2025-10-20T03:29:15Z</dcterms:modified>
</cp:coreProperties>
</file>